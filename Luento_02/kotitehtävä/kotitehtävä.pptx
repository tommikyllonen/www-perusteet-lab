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72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B0FB-41FE-58EF-8A32-700724433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FEF7E-A3DD-4458-66EE-7E6A5ED19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8F2F2-D346-47F0-C544-A4DE1C59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DF77D-4380-66BC-CD7B-06BC9E91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6AD11-7899-4383-D7E1-B51E9286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00B0-C4C4-F86D-591E-B45A9EB9E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F593-9C20-FB8C-ACD1-7042ADA39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A1C1B-F2AA-72AA-2656-9667FA85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6D4C-D7C1-BE11-42D0-BA50992F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36186-2645-A3F3-80E9-5C0327D9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2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033D-0712-C72E-DFE6-0D9889C6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CE2DF-0638-B953-43F2-0FF0B234E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0C5B9-611C-11C1-52D0-6E64045A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BBA8C-2D84-BDE3-0DA3-A9476FBB5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A59E6-9CAE-8043-A968-9D804A233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64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8234-425F-2F55-6D24-2F0541B3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96359-B6B0-E9E6-A276-1AF767812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B9156-4A61-058B-80FB-0DD8C0461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292E0-B3D4-83E0-23D3-0455C797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E7CF1-ADE2-1004-0D38-DD298242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614FF-DFB2-316A-9AB5-BE9F8E22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FBC9-187F-BA01-EB37-1DB5C2C3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36F8E-CE61-035A-C5C2-92DF1DCC2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E2413-0DCB-04BA-F812-C31CFA361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F2070-9931-1B40-C1B0-D2CAE4871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EA6E9-EEEE-ACE3-113C-231784395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46D41-A116-2816-D317-13242B05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5D21D-EAC0-6D74-A051-5627245A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53450-9BD2-256F-1B01-D81C8FBE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3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302E-AC92-4AE4-B4B1-C5CF3E4C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9BA1F-595F-FD2A-5FCA-04643E14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16411-1F46-09BB-AF7C-BFF625138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F55C8-0B4B-4136-A74D-27057B3A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26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D737F1-C818-FAE3-2F1D-B41AD30D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8681A-FB89-59CB-B6D7-F3FA219F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DAC34-C45F-07A6-4CC2-6C3B0BA3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0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58BF-0EDD-A1A4-914A-37325349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25336-9F1B-D8C0-94AE-286897C99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2365E-551F-C20C-9FBD-2B6D0DC43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805F7-BE74-721E-DF6F-BE5928BD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7CE83-AA85-F7CE-4B87-BDB5CB80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3C365-3F3C-03FD-F23D-85F098D3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9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9EAC-466C-4C24-95EC-96BE4FA4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2F588-2666-BA7D-8F43-B7234D280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4ACAB-52D0-C3FD-DCED-852947857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5AAC8-DFE5-00F7-55A1-164441E6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DCC6C-5475-F31B-0E34-528EE8F9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EC60A-A2F3-EEFE-AFA4-5AEA8FB12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0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BDDD-BE0F-0C64-AA54-23630334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E882A-B101-1109-D1D9-FAB858594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F9BA9-7C56-7485-3CFA-38E43FDCD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178D1-A3FE-69D2-936C-06D8570C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42202-34FB-6719-02A8-98ADA215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61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99D7E5-A845-F116-CFBB-92174CE7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1AAE9-17A1-BDE3-1B88-9FDD8BA31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23B2E-1D60-6732-CD9A-C581EF98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BDD33-0FDF-7EBD-4C3A-2CE409B6C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4A18B-06D1-3EF3-5B64-EAF8A1EB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8A0CA-587A-185B-B9AE-DAE840CC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A6F9F-0E3E-7B0A-85C9-251FDDA24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0D4B1-F5F1-ED96-B736-D1CC2B59E0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360DC-002A-43FF-8704-E77BB63EF130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C422-C4D0-BBF3-B89A-7582F6BA8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1EE26-DDE5-9BA5-444D-2D237A818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85BB4-8139-4AF1-84A7-F9556839F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9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413FB62-0804-7889-239E-BDE428C31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44" y="117634"/>
            <a:ext cx="10842712" cy="16131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870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Tunnilla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tehtiin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taulukoita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ja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lomakkeita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Jäsentele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tehty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ilmoittautumislomake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taulukon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sisään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kuva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joka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selventää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mitä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haetaan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Pidä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borderit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näkyvissä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suunnitteluvaiheessa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niin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helpottaa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Poista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lopuksi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borderit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näkyvistä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Klikkaa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kuvaa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niin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saat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suuremmaksi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Palutusohjeet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ensi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kerralla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72169B-010C-4A5C-BB3C-7363D5D4A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49" y="1209713"/>
            <a:ext cx="8525233" cy="544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86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Tommi Kyllönen</dc:creator>
  <cp:lastModifiedBy>Tommi Kyllönen</cp:lastModifiedBy>
  <cp:revision>2</cp:revision>
  <dcterms:created xsi:type="dcterms:W3CDTF">2025-09-14T14:29:06Z</dcterms:created>
  <dcterms:modified xsi:type="dcterms:W3CDTF">2025-09-14T16:30:24Z</dcterms:modified>
</cp:coreProperties>
</file>